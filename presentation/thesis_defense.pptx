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Master’s Thesis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Measuring Technical Debt in Mission Critical Trading Systems</a:t>
            </a:r>
            <a:br/>
            <a:br/>
            <a:r>
              <a:rPr/>
              <a:t>Tobias Zeier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Problem Statement:</a:t>
            </a:r>
            <a:r>
              <a:rPr/>
              <a:t> Briefly define the gap in the current literature.</a:t>
            </a:r>
          </a:p>
          <a:p>
            <a:pPr lvl="0"/>
            <a:r>
              <a:rPr b="1"/>
              <a:t>Research Question:</a:t>
            </a:r>
            <a:r>
              <a:rPr/>
              <a:t> What did you aim to solve?</a:t>
            </a:r>
          </a:p>
          <a:p>
            <a:pPr lvl="0"/>
            <a:r>
              <a:rPr b="1"/>
              <a:t>Objectives:</a:t>
            </a:r>
            <a:r>
              <a:rPr/>
              <a:t> List 3 core goals of your thesis.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Outline the experimental setup or theoretical framework.</a:t>
                </a:r>
              </a:p>
              <a:p>
                <a:pPr lvl="0"/>
                <a:r>
                  <a:rPr/>
                  <a:t>Mention software used (e.g.,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, Python, MATLAB).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Central Finding</a:t>
            </a:r>
          </a:p>
          <a:p>
            <a:pPr lvl="0" indent="0" marL="1270000">
              <a:buNone/>
            </a:pPr>
            <a:r>
              <a:rPr sz="2000"/>
              <a:t>Summarize your most significant result here.</a:t>
            </a:r>
          </a:p>
          <a:p>
            <a:pPr lvl="0"/>
            <a:r>
              <a:rPr b="1"/>
              <a:t>Result 1:</a:t>
            </a:r>
            <a:r>
              <a:rPr/>
              <a:t> Data proving your hypothesis.</a:t>
            </a:r>
          </a:p>
          <a:p>
            <a:pPr lvl="0"/>
            <a:r>
              <a:rPr b="1"/>
              <a:t>Result 2:</a:t>
            </a:r>
            <a:r>
              <a:rPr/>
              <a:t> Secondary observations.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Restate the importance of your findings.</a:t>
            </a:r>
          </a:p>
          <a:p>
            <a:pPr lvl="0"/>
            <a:r>
              <a:rPr/>
              <a:t>Future work recommendations.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your attention!</a:t>
            </a:r>
          </a:p>
          <a:p>
            <a:pPr lvl="0" indent="0" marL="0">
              <a:buNone/>
            </a:pPr>
            <a:r>
              <a:rPr i="1"/>
              <a:t>Questions &amp; Comments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Master’s Thesis Defense</dc:title>
  <dc:creator>Tobias Zeier</dc:creator>
  <cp:keywords/>
  <dcterms:created xsi:type="dcterms:W3CDTF">2026-07-10T09:39:21Z</dcterms:created>
  <dcterms:modified xsi:type="dcterms:W3CDTF">2026-07-10T09:39:21Z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2026-07-10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institute">
    <vt:lpwstr>University of Essex</vt:lpwstr>
  </property>
  <property fmtid="{D5CDD505-2E9C-101B-9397-08002B2CF9AE}" pid="12" name="institutes">
    <vt:lpwstr/>
  </property>
  <property fmtid="{D5CDD505-2E9C-101B-9397-08002B2CF9AE}" pid="13" name="labels">
    <vt:lpwstr/>
  </property>
  <property fmtid="{D5CDD505-2E9C-101B-9397-08002B2CF9AE}" pid="14" name="subtitle">
    <vt:lpwstr>Measuring Technical Debt in Mission Critical Trading Systems</vt:lpwstr>
  </property>
  <property fmtid="{D5CDD505-2E9C-101B-9397-08002B2CF9AE}" pid="15" name="toc-title">
    <vt:lpwstr>Table of contents</vt:lpwstr>
  </property>
</Properties>
</file>